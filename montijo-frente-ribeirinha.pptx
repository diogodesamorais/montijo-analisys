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Montijo — Abandonados da frente ribeirinha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Pesquisa base para projeto de arquitetura</a:t>
            </a:r>
          </a:p>
          <a:p>
            <a:pPr/>
            <a:r>
              <a:rPr sz="1600"/>
              <a:t>Aldeia Galega → cidade industrial → frente por reconciliar com o Tejo</a:t>
            </a:r>
          </a:p>
          <a:p>
            <a:pPr/>
            <a:r>
              <a:rPr sz="1600"/>
              <a:t>Mapa satélite interativo: montijo-mapa-abandonados.html (7 pontos)</a:t>
            </a:r>
          </a:p>
          <a:p>
            <a:pPr/>
            <a:r>
              <a:rPr sz="1600"/>
              <a:t>ATENÇÃO: propriedade, estrutura, contaminação e cotas exigem visita e ensaios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Por que há tanto abandonado — 5 datas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Até 1930 Aldeia Galega: cais, sal, vinho, pesca, 50 barcos + vapor Lisboa; ~20 matadouros (40 mil porcos/ano).</a:t>
            </a:r>
          </a:p>
          <a:p>
            <a:pPr/>
            <a:r>
              <a:rPr sz="1600"/>
              <a:t>1908 ramal Pinhal Novo–Montijo: cortiça + carnes junto a rio e estação. Anos 70: ~274 fábricas, 5 358 operários.</a:t>
            </a:r>
          </a:p>
          <a:p>
            <a:pPr/>
            <a:r>
              <a:rPr sz="1600"/>
              <a:t>1986 UE + 1988–93: carnes fecham (normas), cortiça fecha (plástico/concorrência). Mundet fecha 1988, insolvência 1993. Ramal encerra 1989.</a:t>
            </a:r>
          </a:p>
          <a:p>
            <a:pPr/>
            <a:r>
              <a:rPr sz="1600"/>
              <a:t>2006–07 requalificação Moinho–Cais sem tratar o miolo industrial.</a:t>
            </a:r>
          </a:p>
          <a:p>
            <a:pPr/>
            <a:r>
              <a:rPr sz="1600"/>
              <a:t>2025–26: Cais dos Vapores para o município (11 jun 2025); revitalização aprovada por unanimidade (mar 2026).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Inventário — o que levantar na visita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1 Cais dos Vapores 38.70302,-8.97687 — 467+467+80 m², náutica/lúdico/restauração (verificado).</a:t>
            </a:r>
          </a:p>
          <a:p>
            <a:pPr/>
            <a:r>
              <a:rPr sz="1600"/>
              <a:t>2 Moinho do Cais 38.70356,-8.97955 — maré, museu 2005 (verificado).</a:t>
            </a:r>
          </a:p>
          <a:p>
            <a:pPr/>
            <a:r>
              <a:rPr sz="1600"/>
              <a:t>3 Bela Vista 38.70080,-8.96927 — primeiros armazéns Mundet 1923 (verificado).</a:t>
            </a:r>
          </a:p>
          <a:p>
            <a:pPr/>
            <a:r>
              <a:rPr sz="1600"/>
              <a:t>4 Faixa SAPAC 38.70100,-8.96650 — naves em banda (APROX., fixar GPS).</a:t>
            </a:r>
          </a:p>
          <a:p>
            <a:pPr/>
            <a:r>
              <a:rPr sz="1600"/>
              <a:t>5 Rua José Mundet 38.70139,-8.96380 — ~15 000+7 000 m² em ruína (verificar existência).</a:t>
            </a:r>
          </a:p>
          <a:p>
            <a:pPr/>
            <a:r>
              <a:rPr sz="1600"/>
              <a:t>6 Forno de cal 38.69950,-8.96800 — ruína arqueológica (APROX.).</a:t>
            </a:r>
          </a:p>
          <a:p>
            <a:pPr/>
            <a:r>
              <a:rPr sz="1600"/>
              <a:t>7 Leste + Lançada 38.68875,-8.95138 — fábrica completa (verificar) + moinho 1368.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O que o plano permite — e obriga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PEZOR 267 ha (Seixalinho–Lançada): serviços/lazer na urbana, reavaliar nascente, natural só recreio + ciclável.</a:t>
            </a:r>
          </a:p>
          <a:p>
            <a:pPr/>
            <a:r>
              <a:rPr sz="1600"/>
              <a:t>Recentrar 157 ha: consolidar, conter norte, aproximar do rio; corredor ecológico.</a:t>
            </a:r>
          </a:p>
          <a:p>
            <a:pPr/>
            <a:r>
              <a:rPr sz="1600"/>
              <a:t>ARU 274 ha: núcleo prioritário + marginal nascente + corredor Assentas–Esteval; devolutos = potenciais benefícios.</a:t>
            </a:r>
          </a:p>
          <a:p>
            <a:pPr/>
            <a:r>
              <a:rPr sz="1600"/>
              <a:t>PDM 1997 em revisão (5 eixos 2022). Condicionantes: APL/APA, privados fragmentados, maré/cheia, 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Estratégia de projeto — 5 movimentos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1 Levantar antes de desenhar: matriz área/vão/pé-direito/estrutura/cobertura/humidade/dono.</a:t>
            </a:r>
          </a:p>
          <a:p>
            <a:pPr/>
            <a:r>
              <a:rPr sz="1600"/>
              <a:t>2 Não demolir por defeito: dividir em arrendatários menores; criativas + serviços + habitação pontual.</a:t>
            </a:r>
          </a:p>
          <a:p>
            <a:pPr/>
            <a:r>
              <a:rPr sz="1600"/>
              <a:t>3 Coser rio–ferrovia–cidade: ramal como alameda/ciclovia; R/C permeável à maré, programa em cima.</a:t>
            </a:r>
          </a:p>
          <a:p>
            <a:pPr/>
            <a:r>
              <a:rPr sz="1600"/>
              <a:t>4 Energia do sítio: inércia + cruzada/noturna + sombra S/SO + cisterna; despistar amianto.</a:t>
            </a:r>
          </a:p>
          <a:p>
            <a:pPr/>
            <a:r>
              <a:rPr sz="1600"/>
              <a:t>5 Fasear pelo Cais: âncora náutica/restauração e estender a nascente por quarteirões-piloto.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Mapa satélite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Abrir no browser: montijo-mapa-abandonados.html (Esri World Imagery, 7 marcadores).</a:t>
            </a:r>
          </a:p>
          <a:p>
            <a:pPr/>
            <a:r>
              <a:rPr sz="1600"/>
              <a:t>Linha amarela: faixa rio–ferrovia–fábrica.</a:t>
            </a:r>
          </a:p>
          <a:p>
            <a:pPr/>
            <a:r>
              <a:rPr sz="1600"/>
              <a:t>Verde = Nominatim/CM verificado; amarelo = aprox. a fixar com GPS.</a:t>
            </a:r>
          </a:p>
          <a:p>
            <a:pPr/>
            <a:r>
              <a:rPr sz="1600"/>
              <a:t>Prints de apoio: montijo-centro-mapa.png e montijo-mapa-arvores.png na pasta.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  <p:pic>
        <p:nvPicPr>
          <p:cNvPr id="5" name="Picture 4" descr="montijo-centro-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5720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Fontes +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CM Montijo (património, ARU/ORU, PEZOR, drenagem) · Diário do Distrito 12/06/2025 · O Setubalense 28/10/2022.</a:t>
            </a:r>
          </a:p>
          <a:p>
            <a:pPr/>
            <a:r>
              <a:rPr sz="1600"/>
              <a:t>ULusófona 2014 · FA-UL 2012 · estágio CM Montijo 2012 · ESCS 2022 · Nominatim OSM 07/10/2026.</a:t>
            </a:r>
          </a:p>
          <a:p>
            <a:pPr/>
            <a:r>
              <a:rPr sz="1600"/>
              <a:t>Próximos: certidões, GPS, estrutura/cobertura, amianto/solos, cotas maré/cheia, conversa CM/APL.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— frente ribeirinha abandonada | 2026-10-07 | verificar no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