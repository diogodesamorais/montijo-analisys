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Montijo — Edifícios: abandonados + novos programas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Frente ribeirinha Seixalinho–Lançada · base para projeto de arquitetura</a:t>
            </a:r>
          </a:p>
          <a:p>
            <a:pPr/>
            <a:r>
              <a:rPr sz="1500"/>
              <a:t>Satélite Esri + Nominatim OSM 07/10/2026 · * = aproximado, fixar com GPS</a:t>
            </a:r>
          </a:p>
          <a:p>
            <a:pPr/>
            <a:r>
              <a:rPr sz="1500"/>
              <a:t>Ficheiros: montijo-website.html · montijo-satelite-edificios.png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Abandonados — essencial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 Mundet Bela Vista/Nascentes (1923–88) 38.70080,-8.96927 — naves completas por fora, coberturas/interiores a refazer; medir vão/pé-direito, despistar amianto.</a:t>
            </a:r>
          </a:p>
          <a:p>
            <a:pPr/>
            <a:r>
              <a:rPr sz="1500"/>
              <a:t>2 SAPAC/ex-ramal 38.70100,-8.96650* — naves em banda, boas para dividir em arrendatários; fixar donos.</a:t>
            </a:r>
          </a:p>
          <a:p>
            <a:pPr/>
            <a:r>
              <a:rPr sz="1500"/>
              <a:t>3 Rua José Mundet 38.70139,-8.96380 — ~15 000+7 000 m² em ruína parcial; confirmar existência.</a:t>
            </a:r>
          </a:p>
          <a:p>
            <a:pPr/>
            <a:r>
              <a:rPr sz="1500"/>
              <a:t>4 Armazéns + forno de cal 38.69950,-8.96800* — ruína arqueológica; consolidar, sem mimético.</a:t>
            </a:r>
          </a:p>
          <a:p>
            <a:pPr/>
            <a:r>
              <a:rPr sz="1500"/>
              <a:t>5 Fábrica completa a leste — grande devoluta 2012; localizar, medir, testar âncora.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Mudaram de programa — 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Moinho de Maré do Cais → museu (38.70356,-8.97955): ref.1646, municipal 1995, museu 2005. Lição: maré–caldeira–engenho.</a:t>
            </a:r>
          </a:p>
          <a:p>
            <a:pPr/>
            <a:r>
              <a:rPr sz="1500"/>
              <a:t>Moinho de Vento do Esteval → museu funcional: 1826, reaberto 2000, moagem ativa; porta SE contra vento.</a:t>
            </a:r>
          </a:p>
          <a:p>
            <a:pPr/>
            <a:r>
              <a:rPr sz="1500"/>
              <a:t>Cais dos Vapores → lazer/náutica/restauração (38.70302,-8.97687): ponte-cais 1852, edifício 1994, protocolo APL→CM 2025 (467+467+80 m²).</a:t>
            </a:r>
          </a:p>
          <a:p>
            <a:pPr/>
            <a:r>
              <a:rPr sz="1500"/>
              <a:t>Quinta das Nascentes → Casa da Música Jorge Peixinho: cultura junto ao corredor verde; confirmar programa.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Satélite — 7 edifícios numerados</a:t>
            </a:r>
          </a:p>
        </p:txBody>
      </p:sp>
      <p:pic>
        <p:nvPicPr>
          <p:cNvPr id="3" name="Picture 2" descr="montijo-satelite-edif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Coordenadas +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Verificados: Cais, Moinho do Cais, Bela Vista, J. Mundet, Lançada. Aproximados: SAPAC, forno.</a:t>
            </a:r>
          </a:p>
          <a:p>
            <a:pPr/>
            <a:r>
              <a:rPr sz="1500"/>
              <a:t>Levantar por edifício: área, vão, pé-direito, estrutura, cobertura, humidade, acesso, dono.</a:t>
            </a:r>
          </a:p>
          <a:p>
            <a:pPr/>
            <a:r>
              <a:rPr sz="1500"/>
              <a:t>Riscos: amianto, solos, caves em cota de maré. Regra: recuperar e dividir antes de demolir.</a:t>
            </a:r>
          </a:p>
          <a:p>
            <a:pPr/>
            <a:r>
              <a:rPr sz="1500"/>
              <a:t>Fontes: CM Montijo ARU/ORU/PEZOR · Diário do Distrito 12/06/2025 · ULusófona 2014 · FA-UL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