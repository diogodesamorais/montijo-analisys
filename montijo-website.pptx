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Montijo · Frente ribeirinha — website em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Abandonados + mudanças de programa + satélite + mapa + levantamento.</a:t>
            </a:r>
          </a:p>
          <a:p>
            <a:pPr/>
            <a:r>
              <a:rPr sz="1600"/>
              <a:t>Base: montijo-website.html · satélite Esri 07/10/2026 · verificar tudo no terreno.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· Edifícios abandonados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1 Mundet Bela Vista/Nascentes (1923–88) · 38.70080,-8.96927 — naves completas por fora; coberturas/interiores a refazer; amianto a despistar.</a:t>
            </a:r>
          </a:p>
          <a:p>
            <a:pPr/>
            <a:r>
              <a:rPr sz="1500"/>
              <a:t>2 SAPAC / ex-ramal · 38.70100,-8.96650* — naves em banda para dividir em arrendatários; fixar GPS/donos.</a:t>
            </a:r>
          </a:p>
          <a:p>
            <a:pPr/>
            <a:r>
              <a:rPr sz="1500"/>
              <a:t>3 Rua José Mundet · 38.70139,-8.96380 — ~15 000+7 000 m² em ruína parcial; confirmar existência.</a:t>
            </a:r>
          </a:p>
          <a:p>
            <a:pPr/>
            <a:r>
              <a:rPr sz="1500"/>
              <a:t>4 Armazéns + forno de cal · 38.69950,-8.96800* — ruína arqueológica; consolidar.</a:t>
            </a:r>
          </a:p>
          <a:p>
            <a:pPr/>
            <a:r>
              <a:rPr sz="1500"/>
              <a:t>5 Fábrica completa a leste — grande devoluta 2012; localizar, medir, testar âncora (* = aproximado).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· Mudaram de programa (referências)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Moinho de Maré do Cais → museu (38.70356,-8.97955): ref.1646, municipal 1995, museu 2005.</a:t>
            </a:r>
          </a:p>
          <a:p>
            <a:pPr/>
            <a:r>
              <a:rPr sz="1600"/>
              <a:t>Moinho de Vento do Esteval → museu funcional: 1826, reaberto 2000, moagem ativa.</a:t>
            </a:r>
          </a:p>
          <a:p>
            <a:pPr/>
            <a:r>
              <a:rPr sz="1600"/>
              <a:t>Cais dos Vapores → lazer/náutica/restauração (38.70302,-8.97687): 1852 / 1994 / protocolo 2025 (467+467+80 m²).</a:t>
            </a:r>
          </a:p>
          <a:p>
            <a:pPr/>
            <a:r>
              <a:rPr sz="1600"/>
              <a:t>Quinta das Nascentes → Casa da Música Jorge Peixinho: confirmar programa no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· Satélite — 7 edifícios numerados</a:t>
            </a:r>
          </a:p>
        </p:txBody>
      </p:sp>
      <p:pic>
        <p:nvPicPr>
          <p:cNvPr id="3" name="Picture 2" descr="montijo-satelite-edifi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· Mapa + o que levantar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Mapa interativo: montijo-mapa-abandonados.html (Esri + 7 marcadores; linha rio–ferrovia–fábrica).</a:t>
            </a:r>
          </a:p>
          <a:p>
            <a:pPr/>
            <a:r>
              <a:rPr sz="1600"/>
              <a:t>Por edifício: área, vão, pé-direito, estrutura, cobertura, humidade, acesso, dono.</a:t>
            </a:r>
          </a:p>
          <a:p>
            <a:pPr/>
            <a:r>
              <a:rPr sz="1600"/>
              <a:t>Riscos: amianto, solos, caves em cota de maré. Regra: recuperar e dividir antes de demolir.</a:t>
            </a:r>
          </a:p>
          <a:p>
            <a:pPr/>
            <a:r>
              <a:rPr sz="1600"/>
              <a:t>Fontes: CM Montijo ARU/ORU/PEZOR · Diário do Distrito 12/06/2025 · ULusófona 2014 · FA-UL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