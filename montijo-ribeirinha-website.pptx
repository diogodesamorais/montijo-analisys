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Montijo ribeirinha — do abandono à reconversão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600"/>
              <a:t>Website de projeto: index.html — 8 abandonados (1–8) + 8 mudanças de função (M1–M8).</a:t>
            </a:r>
          </a:p>
          <a:p>
            <a:pPr/>
            <a:r>
              <a:rPr sz="1600"/>
              <a:t>Faixa rio–ferrovia–fábrica sobre satélite Esri World Imagery, z16, 07/10/2026.</a:t>
            </a:r>
          </a:p>
          <a:p>
            <a:pPr/>
            <a:r>
              <a:rPr sz="1600"/>
              <a:t>Fichas: montijo-ribeirinha-abandonados-satelite.html + montijo-ribeirinha-mudanca-funcao.html.</a:t>
            </a:r>
          </a:p>
          <a:p>
            <a:pPr/>
            <a:r>
              <a:rPr sz="1600"/>
              <a:t>ATENÇÃO: pontos aprox. a fixar com GPS, certidões, ARU/PEZOR e cotas de maré.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Montijo ribeirinha — website 07/10/2026 | Esri + OSM | verificar no local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 · Abandonados 1–4 (ver tabela no site §1)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500"/>
              <a:t>1 Cais dos Vapores 38.70302,-8.97687 — terminal em transição; futuro lazer/náutica/restauração.</a:t>
            </a:r>
          </a:p>
          <a:p>
            <a:pPr/>
            <a:r>
              <a:rPr sz="1500"/>
              <a:t>2 Mundet Bela Vista 1923 38.70080,-8.96927 — naves cortiça; estrutura completa, coberturas a refazer.</a:t>
            </a:r>
          </a:p>
          <a:p>
            <a:pPr/>
            <a:r>
              <a:rPr sz="1500"/>
              <a:t>3 Chaminé + Caldeiras* 38.70050,-8.96980 — exposição desde 2025, restante devoluto.</a:t>
            </a:r>
          </a:p>
          <a:p>
            <a:pPr/>
            <a:r>
              <a:rPr sz="1500"/>
              <a:t>4 SAPAC / ex-ramal* 38.70100,-8.96650 — naves em banda; confirmar troço a troço (* = aprox.).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Montijo ribeirinha — website 07/10/2026 | Esri + OSM | verificar no local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 · Abandonados 5–8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500"/>
              <a:t>5 Rua José Mundet 38.70139,-8.96380 — ruína parcial ~15 000 + 7 000 m²; confirmar cadastro.</a:t>
            </a:r>
          </a:p>
          <a:p>
            <a:pPr/>
            <a:r>
              <a:rPr sz="1500"/>
              <a:t>6 Forno de cal* 38.69950,-8.96800 — ruína arqueológica em cota baixa; risco maré.</a:t>
            </a:r>
          </a:p>
          <a:p>
            <a:pPr/>
            <a:r>
              <a:rPr sz="1500"/>
              <a:t>7 Antiga Estação + ramal 1908–89* 38.70230,-8.97180 — levantar restos; troços em ecopista.</a:t>
            </a:r>
          </a:p>
          <a:p>
            <a:pPr/>
            <a:r>
              <a:rPr sz="1500"/>
              <a:t>8 Leste + Moinho Lançada 1368 38.68875,-8.95138 — fábrica a confirmar + moinho antigo.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Montijo ribeirinha — website 07/10/2026 | Esri + OSM | verificar no local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 · Satélite — 8 abandonados numerados</a:t>
            </a:r>
          </a:p>
        </p:txBody>
      </p:sp>
      <p:pic>
        <p:nvPicPr>
          <p:cNvPr id="3" name="Picture 2" descr="montijo-satelite-abandonados-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11274552" cy="5029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30936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Esri World Imagery z16 | nºs = tabela §1 do site | * fixar com GPS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 · Mudaram de função M1–M4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500"/>
              <a:t>M1 Moinho do Cais → museu: ref. 1646, municipal 1995, museu 2005–06 (38.70356,-8.97955).</a:t>
            </a:r>
          </a:p>
          <a:p>
            <a:pPr/>
            <a:r>
              <a:rPr sz="1500"/>
              <a:t>M2 Casa Mora → museu: casa ~1875, biblioteca 80s, museu 1993 (38.70667,-8.97617).</a:t>
            </a:r>
          </a:p>
          <a:p>
            <a:pPr/>
            <a:r>
              <a:rPr sz="1500"/>
              <a:t>M3 Mercado → reabilitado: âncora comercial (38.70621,-8.97624).</a:t>
            </a:r>
          </a:p>
          <a:p>
            <a:pPr/>
            <a:r>
              <a:rPr sz="1500"/>
              <a:t>M4 Touros → Cinema-Teatro Joaquim d'Almeida 1957 (38.70588,-8.97037).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Montijo ribeirinha — website 07/10/2026 | Esri + OSM | verificar no local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 · Mudaram de função M5–M8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500"/>
              <a:t>M5 Cais → lazer/náutica/restauração (em curso): protocolo APL→CM 11/06/2025.</a:t>
            </a:r>
          </a:p>
          <a:p>
            <a:pPr/>
            <a:r>
              <a:rPr sz="1500"/>
              <a:t>M6 Armazéns R. Miguel Pais → passeio 2006–07 (38.70381,-8.97563).</a:t>
            </a:r>
          </a:p>
          <a:p>
            <a:pPr/>
            <a:r>
              <a:rPr sz="1500"/>
              <a:t>M7 Ramal 1908–89 → Ecopista Montijo Ciclável* (38.70230,-8.97180).</a:t>
            </a:r>
          </a:p>
          <a:p>
            <a:pPr/>
            <a:r>
              <a:rPr sz="1500"/>
              <a:t>M8 Caldeiras Mundet → exposição cortiça desde 2025* (38.70050,-8.96980).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Montijo ribeirinha — website 07/10/2026 | Esri + OSM | verificar no local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6 · Satélite — 8 mudanças de função</a:t>
            </a:r>
          </a:p>
        </p:txBody>
      </p:sp>
      <p:pic>
        <p:nvPicPr>
          <p:cNvPr id="3" name="Picture 2" descr="montijo-satelite-mudanca-funca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11274552" cy="5029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30936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Esri z16 | M1–M8 = tabela §2 do site | * aprox. a confirmar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7 · Cronologia + estratégia de projeto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500"/>
              <a:t>Até 1930 Aldeia Galega rio-economia → 1908 ramal/indústria → 1986–93 fechos → 2006–07 passeio → 2025–26 janela Cais.</a:t>
            </a:r>
          </a:p>
          <a:p>
            <a:pPr/>
            <a:r>
              <a:rPr sz="1500"/>
              <a:t>1 Levantar antes de desenhar (vão/pé-direito/estrutura/cota/dono). 2 Dividir naves, não demolir.</a:t>
            </a:r>
          </a:p>
          <a:p>
            <a:pPr/>
            <a:r>
              <a:rPr sz="1500"/>
              <a:t>3 Ex-ramal como alameda/ciclável; R/C permeável. 4 Inércia + cruzada + sombra + cisterna; amianto.</a:t>
            </a:r>
          </a:p>
          <a:p>
            <a:pPr/>
            <a:r>
              <a:rPr sz="1500"/>
              <a:t>5 Fasear pelo Cais a nascente por quarteirões-piloto (nºs 2–5).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Montijo ribeirinha — website 07/10/2026 | Esri + OSM | verificar no local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Fontes + próximos passos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500"/>
              <a:t>CM Montijo (Moinho, Casa Mora, Cinema, ARU/ORU, PEZOR, Ciclável, Mercado) · protocolo APL–CM 11/06/2025.</a:t>
            </a:r>
          </a:p>
          <a:p>
            <a:pPr/>
            <a:r>
              <a:rPr sz="1500"/>
              <a:t>AMRS Caldeiras 2025 · tese ULisboa Folgado · ULusófona 2014 · FA-UL 2012 · Nominatim 07/10/2026.</a:t>
            </a:r>
          </a:p>
          <a:p>
            <a:pPr/>
            <a:r>
              <a:rPr sz="1500"/>
              <a:t>Abrir: index.html (site) · fichas html · PNG satélite. Pedir certidões + PDFs ARU/PEZOR; ir com GPS.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Montijo ribeirinha — website 07/10/2026 | Esri + OSM | verificar no local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